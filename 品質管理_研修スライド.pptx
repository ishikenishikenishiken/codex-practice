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品質管理基礎研修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品質管理とは</a:t>
            </a:r>
          </a:p>
          <a:p>
            <a:pPr/>
            <a:r>
              <a:t>1. 品質管理とは</a:t>
            </a:r>
          </a:p>
          <a:p>
            <a:pPr/>
            <a:r>
              <a:t>2. 品質管理の重要性</a:t>
            </a:r>
          </a:p>
          <a:p>
            <a:pPr/>
            <a:r>
              <a:t>3. QC七つ道具</a:t>
            </a:r>
          </a:p>
          <a:p>
            <a:pPr/>
            <a:r>
              <a:t>4. 品質改善事例</a:t>
            </a:r>
          </a:p>
          <a:p>
            <a:pPr/>
            <a:r>
              <a:t>5. 今後の課題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品質管理とは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品質管理は、製品やサービスの品質を維持・向上させるための活動を指します。</a:t>
            </a:r>
          </a:p>
        </p:txBody>
      </p:sp>
      <p:pic>
        <p:nvPicPr>
          <p:cNvPr id="4" name="Picture 3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1800000"/>
            <a:ext cx="2520000" cy="189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品質管理の重要性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品質管理なくして顧客満足なし。企業の信頼構築、コスト削減、クレーム防止につながります。</a:t>
            </a:r>
          </a:p>
        </p:txBody>
      </p:sp>
      <p:pic>
        <p:nvPicPr>
          <p:cNvPr id="4" name="Picture 3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1800000"/>
            <a:ext cx="2520000" cy="189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QC七つ道具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特性要因図、パレート図、ヒストグラムなど、データを活用した問題解決ツール。</a:t>
            </a:r>
          </a:p>
        </p:txBody>
      </p:sp>
      <p:pic>
        <p:nvPicPr>
          <p:cNvPr id="4" name="Picture 3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1800000"/>
            <a:ext cx="2520000" cy="189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品質改善事例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過去の実際の事例から、改善活動の成果や方法を紹介。</a:t>
            </a:r>
          </a:p>
        </p:txBody>
      </p:sp>
      <p:pic>
        <p:nvPicPr>
          <p:cNvPr id="4" name="Picture 3" descr="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1800000"/>
            <a:ext cx="2520000" cy="189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AI活用やグローバル展開など、進化する品質管理への備えが求められます。</a:t>
            </a:r>
          </a:p>
        </p:txBody>
      </p:sp>
      <p:pic>
        <p:nvPicPr>
          <p:cNvPr id="4" name="Picture 3" descr="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0" y="1800000"/>
            <a:ext cx="2520000" cy="189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